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B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475488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6 · NADIE NACE SABIENDO CUIDAR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14300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turno: activismo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reto creativo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9601200" y="1280160"/>
            <a:ext cx="1737360" cy="173736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1749247"/>
            <a:ext cx="799186" cy="79918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4360" y="3063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tenéis los datos y la ley. Ahora vais a crear un mensaje capaz de cambiar la opinión de alguien de vuestra edad.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ARRANCAR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mensaje te haría cambiar de opinión a ti?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288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Piensa en una campaña, anuncio o vídeo que realmente te haya hecho reflexionar alguna vez (de cualquier tema).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466344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663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Compártelo en 10 segundos con la persona de al lado: ¿qué tenía ese mensaje que funcionó contigo?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3103474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3103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DETRÁS DEL RETO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leyes no cambian a la sociedad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10881360" cy="2011680"/>
          </a:xfrm>
          <a:prstGeom prst="roundRect">
            <a:avLst>
              <a:gd name="adj" fmla="val 8182"/>
            </a:avLst>
          </a:prstGeom>
          <a:solidFill>
            <a:srgbClr val="F1ECFF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508199"/>
            <a:ext cx="378562" cy="37856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920240" y="210312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 leyes no cambian a la sociedad: la sociedad exige las leyes." Vuestro mensaje puede ser el primer paso de ese cambio.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94360" y="4206240"/>
            <a:ext cx="10881360" cy="1463040"/>
          </a:xfrm>
          <a:prstGeom prst="roundRect">
            <a:avLst>
              <a:gd name="adj" fmla="val 11250"/>
            </a:avLst>
          </a:prstGeom>
          <a:solidFill>
            <a:srgbClr val="DDF7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42062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hace falta ser adulto ni tener seguidores para influir en tu entorno inmediato.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635301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6353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3 REGLAS DE ORO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crear nada, esto es innegociable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44268"/>
            <a:ext cx="512064" cy="512064"/>
          </a:xfrm>
          <a:prstGeom prst="ellipse">
            <a:avLst/>
          </a:prstGeom>
          <a:solidFill>
            <a:srgbClr val="DDF7E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282525"/>
            <a:ext cx="235549" cy="23554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2029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1 · Dato verificable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377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un dato real de los que hemos visto (ej. el 15% de camadas no deseadas), citando la fuente.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3035808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3259836"/>
            <a:ext cx="512064" cy="512064"/>
          </a:xfrm>
          <a:prstGeom prst="ellipse">
            <a:avLst/>
          </a:prstGeom>
          <a:solidFill>
            <a:srgbClr val="DDF7E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" y="339809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00200" y="3145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2 · Acción concreta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00200" y="34930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Propón algo que la persona pueda hacer ya (ej. "adopta, no compres").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4360" y="4151376"/>
            <a:ext cx="1088136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375404"/>
            <a:ext cx="512064" cy="512064"/>
          </a:xfrm>
          <a:prstGeom prst="ellipse">
            <a:avLst/>
          </a:prstGeom>
          <a:solidFill>
            <a:srgbClr val="DDF7E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4513661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42611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3 · Cero sangre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600200" y="46085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imágenes de maltrato ni sufrimiento explícito. Impacta con inteligencia, no con morbo.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284171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2841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ELIGE TU FORMATO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maneras de hacer llegar tu mensaje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3505200" cy="3566160"/>
          </a:xfrm>
          <a:prstGeom prst="roundRect">
            <a:avLst>
              <a:gd name="adj" fmla="val 4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0392" y="2221992"/>
            <a:ext cx="640080" cy="64008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2394814"/>
            <a:ext cx="294437" cy="29443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77240" y="306324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vertical (30s)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657600"/>
            <a:ext cx="313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tipo TikTok o Reel: rápido, directo, pensado para móvil.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82440" y="1965960"/>
            <a:ext cx="3505200" cy="3566160"/>
          </a:xfrm>
          <a:prstGeom prst="roundRect">
            <a:avLst>
              <a:gd name="adj" fmla="val 4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38472" y="2221992"/>
            <a:ext cx="640080" cy="64008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294" y="2394814"/>
            <a:ext cx="294437" cy="29443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465320" y="306324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Cartel A3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465320" y="3657600"/>
            <a:ext cx="313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visual inmediato para pasillos del instituto o tablones informativos.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970520" y="1965960"/>
            <a:ext cx="3505200" cy="3566160"/>
          </a:xfrm>
          <a:prstGeom prst="roundRect">
            <a:avLst>
              <a:gd name="adj" fmla="val 4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6552" y="2221992"/>
            <a:ext cx="640080" cy="64008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374" y="2394814"/>
            <a:ext cx="294437" cy="29443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153400" y="306324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Cuña de radio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153400" y="3657600"/>
            <a:ext cx="313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mensaje de audio breve, ideal para megafonía del centro o pódcast.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3220517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32205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ELIGES VÍDEO VERTICAL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Trucos para los primeros 3 segundos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21408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259665"/>
            <a:ext cx="235549" cy="23554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2029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Engancha ya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377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con una pregunta o dato sorprendente, no con una introducción larga.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2990088"/>
            <a:ext cx="108813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3191256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" y="332951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00200" y="30998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Subtítulos siempre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00200" y="34472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 gente ve vídeos sin sonido — que se entienda igualmente.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4360" y="4059936"/>
            <a:ext cx="108813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261104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4399361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416966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Cierra con una acción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600200" y="45171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diciendo exactamente qué quieres que haga quien lo vea.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635301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6353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ELIGES CARTEL A3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es más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21408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259665"/>
            <a:ext cx="235549" cy="23554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2029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único mensaje central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377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intentas decirlo todo, no se entiende nada desde lejos.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2990088"/>
            <a:ext cx="108813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3191256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" y="332951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00200" y="30998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 visual clara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00200" y="34472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importante, más grande; los detalles, más pequeños.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4360" y="4059936"/>
            <a:ext cx="108813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261104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4399361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416966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 un contacto o QR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600200" y="45171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que quien se interese pueda dar el siguiente paso.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3103474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3103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ELIGES CUÑA DE RADIO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poder de la voz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21408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259665"/>
            <a:ext cx="235549" cy="23554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2029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Guion breve y ensayado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377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segundos leídos con naturalidad, no de carrerilla.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2990088"/>
            <a:ext cx="108813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3191256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" y="332951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00200" y="30998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Tono cercano, no de sermón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00200" y="34472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 como le hablarías a un amigo, no como una charla oficial.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4360" y="4059936"/>
            <a:ext cx="108813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261104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4399361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416966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Repite la acción al final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600200" y="45171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 última frase sea la llamada a la acción, para que se quede en la memoria.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EN EQUIPO · 30 MIN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Manos a la obra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91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Formad equipos de 3-4 personas y poneos de acuerdo antes de empezar a crear.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4231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0487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 formato (vídeo, cartel o cuña) y el dato concreto que vais a usar como base.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313639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11810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 la acción concreta que le pediréis a quien vea/oiga vuestra pieza.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" y="384962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83133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Repartíos roles (guion, diseño/grabación, revisión de las 3 reglas) y empezad a trabajar.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CRUZADO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Intercambio de ideas a mitad de camino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288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equipo enseña su borrador a otro equipo durante 2 minutos.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466344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663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El equipo que escucha da un comentario positivo y una sugerencia de mejora, aplicando las 3 reglas de oro.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284171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2841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EVALUARÁ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rúbrica del reto creativo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21408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259665"/>
            <a:ext cx="235549" cy="23554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2029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377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dato usado es real y está bien citado?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2990088"/>
            <a:ext cx="108813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3191256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" y="332951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00200" y="30998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acción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00200" y="34472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¿Queda claro qué debe hacer quien vea la pieza?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4360" y="4059936"/>
            <a:ext cx="108813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261104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4399361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416966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Respeto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600200" y="45171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ha evitado el morbo y las imágenes explícitas, tal como pide la Regla 3?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55768" y="822960"/>
            <a:ext cx="1280160" cy="1280160"/>
          </a:xfrm>
          <a:prstGeom prst="ellipse">
            <a:avLst/>
          </a:prstGeom>
          <a:solidFill>
            <a:srgbClr val="FFF4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1411" y="1168603"/>
            <a:ext cx="588874" cy="5888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0" y="22860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5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presentar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66648" y="28346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buen mensaje no necesita</a:t>
            </a:r>
            <a:endParaRPr lang="en-US" sz="3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asustar para convencer.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072488" y="4572000"/>
            <a:ext cx="8046720" cy="1005840"/>
          </a:xfrm>
          <a:prstGeom prst="roundRect">
            <a:avLst>
              <a:gd name="adj" fmla="val 16364"/>
            </a:avLst>
          </a:prstGeom>
          <a:solidFill>
            <a:srgbClr val="F1EC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346808" y="45720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impacto real viene de la claridad del dato y de lo concreto de la acción propuesta, no del morbo.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FINAL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equipo presenta su pieza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91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 de presentaciones ante toda la clase (2 minutos por equipo).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4231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0487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 vuestra pieza y el dato en el que se basa.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313639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11810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Explicad en una frase la acción concreta que proponéis.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" y="384962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83133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resto de la clase puede hacer una pregunta o comentario breve al terminar.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PONTE A PRUEBA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cerrar, comprobamos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1325880"/>
          </a:xfrm>
          <a:prstGeom prst="roundRect">
            <a:avLst>
              <a:gd name="adj" fmla="val 12414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057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¿Qué debe tener siempre vuestra pieza de sensibilización?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5603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Un dato verificable citado, una acción concreta, y cero imágenes explícitas.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410712"/>
            <a:ext cx="10881360" cy="1325880"/>
          </a:xfrm>
          <a:prstGeom prst="roundRect">
            <a:avLst>
              <a:gd name="adj" fmla="val 12414"/>
            </a:avLst>
          </a:prstGeom>
          <a:solidFill>
            <a:srgbClr val="F1E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5478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¿Por qué son importantes los primeros 3 segundos en un vídeo vertical?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050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Porque es el tiempo que tienes para enganchar antes de que la persona pase al siguiente contenido.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901184"/>
            <a:ext cx="10881360" cy="1325880"/>
          </a:xfrm>
          <a:prstGeom prst="roundRect">
            <a:avLst>
              <a:gd name="adj" fmla="val 12414"/>
            </a:avLst>
          </a:prstGeom>
          <a:solidFill>
            <a:srgbClr val="F1EC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03834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¿Qué es más efectivo, el morbo o la claridad?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54126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La claridad del dato y de la acción propuesta — el morbo puede generar rechazo en vez de cambio real.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24248" y="5029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DF7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24248" y="502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LA UNIDAD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0" y="1280160"/>
            <a:ext cx="121916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Habéis creado algo real.</a:t>
            </a:r>
            <a:endParaRPr lang="en-US" sz="3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falta el último paso: el tuyo.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523848" y="2834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última unidad: tu compromiso personal a 30 días y los recursos de tu municipio.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078328" y="3749040"/>
            <a:ext cx="6035040" cy="59436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078328" y="37490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SIGUIENTE: UNIDAD 7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2026-09-20T21:26:18Z</dcterms:created>
  <dcterms:modified xsi:type="dcterms:W3CDTF">2026-09-20T21:26:18Z</dcterms:modified>
</cp:coreProperties>
</file>