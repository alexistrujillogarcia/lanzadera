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2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significa proteger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verdad a un animal?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Ciencia, ley y ética para entender el bienestar animal más allá de "no pegarle".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EMPEZAR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¿Sienten los animales lo mismo que nosotros?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¿Dolor, miedo, aburrimiento, alegría? Pensad en un ejemplo concreto que hayáis visto en un animal.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En parejas, 1 minuto: compartid un ejemplo real que hayáis observado. Después, 2-3 parejas lo cuentan en voz alta.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869387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8693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OPINIÓN, ES LEY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el Código Civil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animales son seres vivos dotados de sensibilidad." No son cosas, no son objetos: sienten dolor, miedo y aburrimiento.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cambia por completo cómo debemos tratarlos — y lo que la ley nos exige.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42078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420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5 LIBERTADES DEL BIENESTAR ANIMAL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"no pegarle"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029968" cy="3566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9304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126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297180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de hambre y sed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807208" y="1965960"/>
            <a:ext cx="2029968" cy="3566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0215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394814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90088" y="297180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de incomodidad física o térmica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020056" y="1965960"/>
            <a:ext cx="2029968" cy="3566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822" y="2394814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02936" y="297180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de dolor, lesión y enfermedad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232904" y="1965960"/>
            <a:ext cx="2029968" cy="3566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27848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670" y="2394814"/>
            <a:ext cx="294437" cy="29443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15784" y="297180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de miedo y angustia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445752" y="1965960"/>
            <a:ext cx="2029968" cy="3566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40696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3518" y="2394814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28632" y="297180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de expresar su comportamiento natural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clave de hoy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Querer ≠ Cuidar.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cualquiera de las 5 libertades es maltrato por omisión — aunque quieras muchísimo a tu animal.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625035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625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MALTRATO POR OMISIÓN, EN LA PRÁCTICA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pegar para hacer daño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Dejarlo solo demasiadas horas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estímulos ni compañía, un animal social sufre ansiedad y aburrimiento.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llevarlo al veterinario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Posponer revisiones o vacunas "porque está bien" es ignorar su salud a largo plazo.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Alimentación inadecuada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Sobrealimentar o no cubrir sus necesidades nutricionales también es maltrato.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532729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5327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OTRA CARA: EL ENRIQUECIMIENTO AMBIENTAL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ve el bienestar real?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Estimulación mental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Juguetes interactivos, juegos de olfato, rutinas variadas — no solo comida y agua.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 natural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gato necesita trepar y arañar; un perro necesita explorar olores nuevos.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social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calidad, contacto, paseos que cambian de ruta — no solo "sacarlo a hacer sus necesidades".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DETECTIVE · EN PAREJAS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las 5 Libertades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 a analizar 4 casos reales. Vuestro trabajo: decidir qué libertad(es) están fallando en cada uno.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 los 4 casos de la siguiente diapositiva con vuestra pareja.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uno, anotad qué libertad(es) de las 5 creéis que se incumplen.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Preparaos para defender vuestra respuesta — no siempre hay una única "correcta".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63530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635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PARA ANALIZAR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piensa, decide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3774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6551" y="2530511"/>
            <a:ext cx="260787" cy="26078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68680" y="2350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A · Patio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7432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 en patio. Sale a pasear una vez por semana. Tiene caseta, comida de sobra y agua limpia.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F1EC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607040" y="23774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111" y="2530511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92240" y="2350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 · Piso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27432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 en un piso, 12 horas solo al día. Sin sitios altos donde trepar ni ventanas protegidas.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34340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F1EC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983480" y="4572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551" y="4725071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68680" y="4544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 · Jaula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49377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Conejo en jaula pequeña, alimentado con pienso de supermercado. Nunca sale de la jaula.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17920" y="434340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F1ECFF"/>
          </a:solidFill>
          <a:ln/>
        </p:spPr>
      </p:sp>
      <p:sp>
        <p:nvSpPr>
          <p:cNvPr id="24" name="Shape 19"/>
          <p:cNvSpPr/>
          <p:nvPr/>
        </p:nvSpPr>
        <p:spPr>
          <a:xfrm>
            <a:off x="10607040" y="4572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0111" y="4725071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92240" y="4544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 · Sofá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6492240" y="49377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 muy querido, duerme en la cama, pero con sobrepeso severo y sin apenas paseos por falta de tiempo.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COMÚN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representante por pareja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Elegid el caso que más debate haya generado en vuestra pareja y explicad por qué.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2-3 parejas comparten su caso y su veredicto con toda la clase antes de ver las respuestas.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050085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0500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RESPUESTAS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fallaba en cada caso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052828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19108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A (Patio)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comportamiento natural: un paseo semanal es insuficiente estímulo y ejercicio.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2852928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2985516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12377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2962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 (Piso)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310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comportamiento natural y posible angustia: sin enriquecimiento ni seguridad en ventanas.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3785616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918204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0564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38953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 (Jaula)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242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comodidad, comportamiento natural y posible salud: dieta y espacio inadecuados.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94360" y="4718304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4850892"/>
            <a:ext cx="512064" cy="512064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4989149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00200" y="48280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 (Sofá)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00200" y="51755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salud (sobrepeso) y comportamiento natural: el cariño no sustituye el ejercicio.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PERSONAL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 en un animal que conozcas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 falta alguna de las 5 Libertades sin que nadie se haya dado cuenta? No hace falta compartirlo en voz alta si no quieres.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Tómate 30 segundos de silencio para pensarlo. Si te sientes cómodo, coméntalo con la persona de al lado.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seguir, comprobamos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¿Qué dice el Código Civil sobre los animales?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Son seres vivos dotados de sensibilidad, no cosas.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¿Es maltrato dejar a un animal solo muchas horas sin estímulos?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Sí, es maltrato por omisión aunque no haya violencia física.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¿Qué es el enriquecimiento ambiental?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Dar estímulos mentales, sociales y de comportamiento natural, no solo cubrir lo básico.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28417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284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REFLEXIONAR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cariño no es una lista de tareas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animal bien cuidado no es solo el que come y duerme, sino el que puede ser, de verdad, lo que es."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Cuidar bien empieza por conocer sus necesidades reales, no solo las que nos resultan cómodas.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sabes qué es cuidar de verdad.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tú, estarías dispuesto a hacerlo?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próxima unidad: un debate en equipo sobre dilemas morales y responsabilidad.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78328" y="3749040"/>
            <a:ext cx="6035040" cy="59436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78328" y="3749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UNIDAD 3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2026-09-20T21:21:07Z</dcterms:created>
  <dcterms:modified xsi:type="dcterms:W3CDTF">2026-09-20T21:21:07Z</dcterms:modified>
</cp:coreProperties>
</file>