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7 · NADIE NACE SABIENDO CUIDAR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1430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compromiso ciudadano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los recursos de tu ciudad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9601200" y="1280160"/>
            <a:ext cx="1737360" cy="1737360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1749247"/>
            <a:ext cx="799186" cy="79918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4360" y="3063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Cerramos el programa con lo más importante: qué vas a hacer tú a partir de mañana.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103474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103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HEMOS VISTO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repaso relámpago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3505200" cy="3566160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39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394814"/>
            <a:ext cx="294437" cy="29443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77240" y="30632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Realidad y mitos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65760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285.000 ingresos al año — y la causa real no es el verano.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82440" y="1965960"/>
            <a:ext cx="3505200" cy="3566160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3847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294" y="2394814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465320" y="30632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Bienestar animal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465320" y="365760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Libertades y por qué querer no siempre es cuidar.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970520" y="1965960"/>
            <a:ext cx="3505200" cy="3566160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655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374" y="2394814"/>
            <a:ext cx="294437" cy="29443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53400" y="30632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 y ley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153400" y="365760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Dilemas sin respuesta fácil, presupuestos reales y tres niveles de norma.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1815998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1815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TAMBIÉN...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parte más práctica del programa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3505200" cy="3566160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39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394814"/>
            <a:ext cx="294437" cy="29443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77240" y="30632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Adoptar a Luna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65760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 reales, imprevistos y por qué nunca justifican el abandono.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82440" y="1965960"/>
            <a:ext cx="3505200" cy="3566160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3847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294" y="2394814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465320" y="30632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y protocolo 112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465320" y="365760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 de norma, un concurso legal y la regla de las 4 P.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970520" y="1965960"/>
            <a:ext cx="3505200" cy="3566160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655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374" y="2394814"/>
            <a:ext cx="294437" cy="29443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53400" y="30632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Activismo creativo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153400" y="365760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Vuestras propias piezas de sensibilización, con datos y sin morbo.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401214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401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TERMINAR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información sin acción no sirve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10881360" cy="2011680"/>
          </a:xfrm>
          <a:prstGeom prst="roundRect">
            <a:avLst>
              <a:gd name="adj" fmla="val 8182"/>
            </a:avLst>
          </a:prstGeom>
          <a:solidFill>
            <a:srgbClr val="F1E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508199"/>
            <a:ext cx="378562" cy="37856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20240" y="210312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problema es gigante, pero tu rango de acción es tuyo." No podéis resolver el abandono animal solos — pero sí podéis dejar de formar parte del problema.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881360" cy="1463040"/>
          </a:xfrm>
          <a:prstGeom prst="roundRect">
            <a:avLst>
              <a:gd name="adj" fmla="val 11250"/>
            </a:avLst>
          </a:prstGeom>
          <a:solidFill>
            <a:srgbClr val="DDF7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2062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eso, multiplicado por todos vosotros, ya es un cambio real.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4859122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4859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EN SAN CRISTÓBAL DE LA LAGUNA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quién acudir si lo necesitas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44268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28252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Emergencias: 112 / 092 / 062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Emergencias generales, Policía Local y Seprona, para casos de maltrato o riesgo vital.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035808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259836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39809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145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Concejalía de Bienestar Animal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4930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oficial, censo municipal y programas de educación y voluntariado.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4151376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375404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5136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2611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Protectoras locales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6085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Adopción, voluntariado juvenil y campañas de sensibilización en el municipio.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4390949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43909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FORMAS DE PASAR A LA ACCIÓN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tu paso posible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2583180" cy="3017520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39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394814"/>
            <a:ext cx="294437" cy="29443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77240" y="3063240"/>
            <a:ext cx="2217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en casa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657600"/>
            <a:ext cx="22174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con tu familia que el microchip y el censo de vuestro animal están actualizados.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60420" y="1965960"/>
            <a:ext cx="2583180" cy="3017520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1645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274" y="2394814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43300" y="3063240"/>
            <a:ext cx="2217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Influencia familiar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543300" y="3657600"/>
            <a:ext cx="22174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Convencer a tu familia de las ventajas médicas y éticas de la esterilización.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126480" y="1965960"/>
            <a:ext cx="2583180" cy="3017520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8251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334" y="2394814"/>
            <a:ext cx="294437" cy="29443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09360" y="3063240"/>
            <a:ext cx="2217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Frenar el impulso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3657600"/>
            <a:ext cx="22174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Explicarle a un amigo por qué NO debe comprar un cachorro por capricho.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892540" y="1965960"/>
            <a:ext cx="2583180" cy="3017520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14857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1394" y="2394814"/>
            <a:ext cx="294437" cy="29443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075420" y="3063240"/>
            <a:ext cx="2217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a la acción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9075420" y="3657600"/>
            <a:ext cx="22174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información sobre voluntariado juvenil en protectoras locales.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INDIVIDUAL · 8 MIN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tarjeta "Mi paso posible"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a rellenar una tarjeta con un compromiso real y concreto para los próximos 30 días.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231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0487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UNA sola acción de las cuatro que hemos visto (no hace falta hacerlas todas).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1363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1810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Escríbela en tu tarjeta de forma concreta: qué, cuándo y cómo la vas a cumplir.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384962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3133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la tarjeta en un lugar donde la veas a menudo (estuche, agenda, nevera de casa).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55768" y="822960"/>
            <a:ext cx="1280160" cy="128016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411" y="1168603"/>
            <a:ext cx="588874" cy="5888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286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tarjeta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66648" y="2834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PASO POSIBLE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días — 1 acción — 0 excusas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072488" y="4572000"/>
            <a:ext cx="8046720" cy="1005840"/>
          </a:xfrm>
          <a:prstGeom prst="roundRect">
            <a:avLst>
              <a:gd name="adj" fmla="val 16364"/>
            </a:avLst>
          </a:prstGeom>
          <a:solidFill>
            <a:srgbClr val="F1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46808" y="4572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mi acción, fecha límite, cómo sabré que lo he cumplido, a quién se lo voy a contar.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EN VOZ ALTA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Compártelo con la persona de al lado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 un compromiso en voz alta lo hace más real y más difícil de olvidar.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Leedle vuestra tarjeta a la persona de al lado. Ella será quien os lo recuerde dentro de un mes si os ve.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869387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8693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¿QUIERES IR MÁS ALLÁ?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hacerte voluntario juvenil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44268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28252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Protectoras locales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aceptan voluntariado juvenil, a veces acompañado de un adulto, para tareas de apoyo.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035808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259836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39809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145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Concejalía de Bienestar Animal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4930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por programas municipales de educación y voluntariado juvenil.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4151376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375404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5136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2611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Campañas puntuales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6085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Recogidas de material, jornadas de adopción, difusión en redes: formas de empezar sin compromiso largo.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55768" y="822960"/>
            <a:ext cx="1280160" cy="128016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411" y="1168603"/>
            <a:ext cx="588874" cy="5888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286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recursos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66648" y="2834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estos contactos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tu móvil ahora mismo.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072488" y="4572000"/>
            <a:ext cx="8046720" cy="1005840"/>
          </a:xfrm>
          <a:prstGeom prst="roundRect">
            <a:avLst>
              <a:gd name="adj" fmla="val 16364"/>
            </a:avLst>
          </a:prstGeom>
          <a:solidFill>
            <a:srgbClr val="F1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46808" y="4572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(Emergencias) · 092 (Policía Local) · 062 (Seprona) · Concejalía de Bienestar Animal de tu ayuntamiento.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REPASO FINAL DEL PROGRAMA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último repaso de todo el curso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057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¿Cuál es la causa número 1 de abandono animal?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560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Las camadas no deseadas (15%), no las vacaciones de verano.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410712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5478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¿Qué son las 5 Libertades del bienestar animal?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050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Hambre y sed, incomodidad, dolor/enfermedad, miedo/angustia, y comportamiento natural.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901184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3834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¿Qué debes hacer si presencias maltrato animal?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54126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Aplicar la regla de las 4 P: Protégete, Pruebas, Policía (112/092/062), Paciencia.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REFLEXIÓN FINAL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te llevas de estas 5 horas?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ser un dato, una frase, un caso que te haya marcado, o simplemente una idea nueva.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Quien quiera, comparte una frase en voz alta antes de cerrar el programa.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55768" y="822960"/>
            <a:ext cx="1280160" cy="1280160"/>
          </a:xfrm>
          <a:prstGeom prst="ellipse">
            <a:avLst/>
          </a:prstGeom>
          <a:solidFill>
            <a:srgbClr val="FFF4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411" y="1168603"/>
            <a:ext cx="588874" cy="5888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286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¡Enhorabuena!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66648" y="2834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completado el programa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"Nadie nace sabiendo cuidar".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072488" y="4572000"/>
            <a:ext cx="8046720" cy="1005840"/>
          </a:xfrm>
          <a:prstGeom prst="roundRect">
            <a:avLst>
              <a:gd name="adj" fmla="val 16364"/>
            </a:avLst>
          </a:prstGeom>
          <a:solidFill>
            <a:srgbClr val="F1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46808" y="4572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Recibirás tu certificado de asistencia y aprovechamiento según lo evaluado durante las 5 horas del curso.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24248" y="5029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DF7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24248" y="502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DEL PROGRAMA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8016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nace sabiendo cuidar.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hoy, ya sabéis por dónde empezar.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523848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vuestra participación activa durante todo el programa.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2026-09-20T21:27:51Z</dcterms:created>
  <dcterms:modified xsi:type="dcterms:W3CDTF">2026-09-20T21:27:51Z</dcterms:modified>
</cp:coreProperties>
</file>